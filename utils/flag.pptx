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9906000" cy="18002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48" d="100"/>
          <a:sy n="148" d="100"/>
        </p:scale>
        <p:origin x="138" y="14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294620"/>
            <a:ext cx="7429500" cy="626745"/>
          </a:xfrm>
        </p:spPr>
        <p:txBody>
          <a:bodyPr anchor="b"/>
          <a:lstStyle>
            <a:lvl1pPr algn="ctr">
              <a:defRPr sz="15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945535"/>
            <a:ext cx="7429500" cy="434638"/>
          </a:xfrm>
        </p:spPr>
        <p:txBody>
          <a:bodyPr/>
          <a:lstStyle>
            <a:lvl1pPr marL="0" indent="0" algn="ctr">
              <a:buNone/>
              <a:defRPr sz="630"/>
            </a:lvl1pPr>
            <a:lvl2pPr marL="120015" indent="0" algn="ctr">
              <a:buNone/>
              <a:defRPr sz="525"/>
            </a:lvl2pPr>
            <a:lvl3pPr marL="240030" indent="0" algn="ctr">
              <a:buNone/>
              <a:defRPr sz="472"/>
            </a:lvl3pPr>
            <a:lvl4pPr marL="360045" indent="0" algn="ctr">
              <a:buNone/>
              <a:defRPr sz="420"/>
            </a:lvl4pPr>
            <a:lvl5pPr marL="480060" indent="0" algn="ctr">
              <a:buNone/>
              <a:defRPr sz="420"/>
            </a:lvl5pPr>
            <a:lvl6pPr marL="600075" indent="0" algn="ctr">
              <a:buNone/>
              <a:defRPr sz="420"/>
            </a:lvl6pPr>
            <a:lvl7pPr marL="720090" indent="0" algn="ctr">
              <a:buNone/>
              <a:defRPr sz="420"/>
            </a:lvl7pPr>
            <a:lvl8pPr marL="840105" indent="0" algn="ctr">
              <a:buNone/>
              <a:defRPr sz="420"/>
            </a:lvl8pPr>
            <a:lvl9pPr marL="960120" indent="0" algn="ctr">
              <a:buNone/>
              <a:defRPr sz="4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C0E6E-A46A-46BB-B3E7-A2FE89B993AA}" type="datetimeFigureOut">
              <a:rPr lang="en-SG" smtClean="0"/>
              <a:t>25/5/2025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1F087-9CCE-40E4-B9D2-A211D56EA35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01002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C0E6E-A46A-46BB-B3E7-A2FE89B993AA}" type="datetimeFigureOut">
              <a:rPr lang="en-SG" smtClean="0"/>
              <a:t>25/5/2025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1F087-9CCE-40E4-B9D2-A211D56EA35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79460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8" y="448807"/>
            <a:ext cx="8543925" cy="748843"/>
          </a:xfrm>
        </p:spPr>
        <p:txBody>
          <a:bodyPr anchor="b"/>
          <a:lstStyle>
            <a:lvl1pPr>
              <a:defRPr sz="15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8" y="1204734"/>
            <a:ext cx="8543925" cy="393799"/>
          </a:xfrm>
        </p:spPr>
        <p:txBody>
          <a:bodyPr/>
          <a:lstStyle>
            <a:lvl1pPr marL="0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1pPr>
            <a:lvl2pPr marL="120015" indent="0">
              <a:buNone/>
              <a:defRPr sz="525">
                <a:solidFill>
                  <a:schemeClr val="tx1">
                    <a:tint val="82000"/>
                  </a:schemeClr>
                </a:solidFill>
              </a:defRPr>
            </a:lvl2pPr>
            <a:lvl3pPr marL="240030" indent="0">
              <a:buNone/>
              <a:defRPr sz="472">
                <a:solidFill>
                  <a:schemeClr val="tx1">
                    <a:tint val="82000"/>
                  </a:schemeClr>
                </a:solidFill>
              </a:defRPr>
            </a:lvl3pPr>
            <a:lvl4pPr marL="360045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4pPr>
            <a:lvl5pPr marL="480060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5pPr>
            <a:lvl6pPr marL="600075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6pPr>
            <a:lvl7pPr marL="720090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7pPr>
            <a:lvl8pPr marL="840105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8pPr>
            <a:lvl9pPr marL="960120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C0E6E-A46A-46BB-B3E7-A2FE89B993AA}" type="datetimeFigureOut">
              <a:rPr lang="en-SG" smtClean="0"/>
              <a:t>25/5/2025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1F087-9CCE-40E4-B9D2-A211D56EA35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33693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479227"/>
            <a:ext cx="4210050" cy="11422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479227"/>
            <a:ext cx="4210050" cy="11422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C0E6E-A46A-46BB-B3E7-A2FE89B993AA}" type="datetimeFigureOut">
              <a:rPr lang="en-SG" smtClean="0"/>
              <a:t>25/5/2025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1F087-9CCE-40E4-B9D2-A211D56EA35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78570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95846"/>
            <a:ext cx="8543925" cy="3479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8" y="441305"/>
            <a:ext cx="4190702" cy="216277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2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8" y="657582"/>
            <a:ext cx="4190702" cy="9672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441305"/>
            <a:ext cx="4211340" cy="216277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2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657582"/>
            <a:ext cx="4211340" cy="9672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C0E6E-A46A-46BB-B3E7-A2FE89B993AA}" type="datetimeFigureOut">
              <a:rPr lang="en-SG" smtClean="0"/>
              <a:t>25/5/2025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1F087-9CCE-40E4-B9D2-A211D56EA35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78499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C0E6E-A46A-46BB-B3E7-A2FE89B993AA}" type="datetimeFigureOut">
              <a:rPr lang="en-SG" smtClean="0"/>
              <a:t>25/5/2025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1F087-9CCE-40E4-B9D2-A211D56EA35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83490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C0E6E-A46A-46BB-B3E7-A2FE89B993AA}" type="datetimeFigureOut">
              <a:rPr lang="en-SG" smtClean="0"/>
              <a:t>25/5/2025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1F087-9CCE-40E4-B9D2-A211D56EA35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68444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120015"/>
            <a:ext cx="3194943" cy="420053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259199"/>
            <a:ext cx="5014913" cy="1279327"/>
          </a:xfrm>
        </p:spPr>
        <p:txBody>
          <a:bodyPr/>
          <a:lstStyle>
            <a:lvl1pPr>
              <a:defRPr sz="840"/>
            </a:lvl1pPr>
            <a:lvl2pPr>
              <a:defRPr sz="735"/>
            </a:lvl2pPr>
            <a:lvl3pPr>
              <a:defRPr sz="630"/>
            </a:lvl3pPr>
            <a:lvl4pPr>
              <a:defRPr sz="525"/>
            </a:lvl4pPr>
            <a:lvl5pPr>
              <a:defRPr sz="525"/>
            </a:lvl5pPr>
            <a:lvl6pPr>
              <a:defRPr sz="525"/>
            </a:lvl6pPr>
            <a:lvl7pPr>
              <a:defRPr sz="525"/>
            </a:lvl7pPr>
            <a:lvl8pPr>
              <a:defRPr sz="525"/>
            </a:lvl8pPr>
            <a:lvl9pPr>
              <a:defRPr sz="5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540067"/>
            <a:ext cx="3194943" cy="1000542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68"/>
            </a:lvl2pPr>
            <a:lvl3pPr marL="240030" indent="0">
              <a:buNone/>
              <a:defRPr sz="315"/>
            </a:lvl3pPr>
            <a:lvl4pPr marL="360045" indent="0">
              <a:buNone/>
              <a:defRPr sz="263"/>
            </a:lvl4pPr>
            <a:lvl5pPr marL="480060" indent="0">
              <a:buNone/>
              <a:defRPr sz="263"/>
            </a:lvl5pPr>
            <a:lvl6pPr marL="600075" indent="0">
              <a:buNone/>
              <a:defRPr sz="263"/>
            </a:lvl6pPr>
            <a:lvl7pPr marL="720090" indent="0">
              <a:buNone/>
              <a:defRPr sz="263"/>
            </a:lvl7pPr>
            <a:lvl8pPr marL="840105" indent="0">
              <a:buNone/>
              <a:defRPr sz="263"/>
            </a:lvl8pPr>
            <a:lvl9pPr marL="960120" indent="0">
              <a:buNone/>
              <a:defRPr sz="2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C0E6E-A46A-46BB-B3E7-A2FE89B993AA}" type="datetimeFigureOut">
              <a:rPr lang="en-SG" smtClean="0"/>
              <a:t>25/5/2025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1F087-9CCE-40E4-B9D2-A211D56EA35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12418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120015"/>
            <a:ext cx="3194943" cy="420053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259199"/>
            <a:ext cx="5014913" cy="1279327"/>
          </a:xfrm>
        </p:spPr>
        <p:txBody>
          <a:bodyPr anchor="t"/>
          <a:lstStyle>
            <a:lvl1pPr marL="0" indent="0">
              <a:buNone/>
              <a:defRPr sz="840"/>
            </a:lvl1pPr>
            <a:lvl2pPr marL="120015" indent="0">
              <a:buNone/>
              <a:defRPr sz="735"/>
            </a:lvl2pPr>
            <a:lvl3pPr marL="240030" indent="0">
              <a:buNone/>
              <a:defRPr sz="630"/>
            </a:lvl3pPr>
            <a:lvl4pPr marL="360045" indent="0">
              <a:buNone/>
              <a:defRPr sz="525"/>
            </a:lvl4pPr>
            <a:lvl5pPr marL="480060" indent="0">
              <a:buNone/>
              <a:defRPr sz="525"/>
            </a:lvl5pPr>
            <a:lvl6pPr marL="600075" indent="0">
              <a:buNone/>
              <a:defRPr sz="525"/>
            </a:lvl6pPr>
            <a:lvl7pPr marL="720090" indent="0">
              <a:buNone/>
              <a:defRPr sz="525"/>
            </a:lvl7pPr>
            <a:lvl8pPr marL="840105" indent="0">
              <a:buNone/>
              <a:defRPr sz="525"/>
            </a:lvl8pPr>
            <a:lvl9pPr marL="960120" indent="0">
              <a:buNone/>
              <a:defRPr sz="52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540067"/>
            <a:ext cx="3194943" cy="1000542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68"/>
            </a:lvl2pPr>
            <a:lvl3pPr marL="240030" indent="0">
              <a:buNone/>
              <a:defRPr sz="315"/>
            </a:lvl3pPr>
            <a:lvl4pPr marL="360045" indent="0">
              <a:buNone/>
              <a:defRPr sz="263"/>
            </a:lvl4pPr>
            <a:lvl5pPr marL="480060" indent="0">
              <a:buNone/>
              <a:defRPr sz="263"/>
            </a:lvl5pPr>
            <a:lvl6pPr marL="600075" indent="0">
              <a:buNone/>
              <a:defRPr sz="263"/>
            </a:lvl6pPr>
            <a:lvl7pPr marL="720090" indent="0">
              <a:buNone/>
              <a:defRPr sz="263"/>
            </a:lvl7pPr>
            <a:lvl8pPr marL="840105" indent="0">
              <a:buNone/>
              <a:defRPr sz="263"/>
            </a:lvl8pPr>
            <a:lvl9pPr marL="960120" indent="0">
              <a:buNone/>
              <a:defRPr sz="2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C0E6E-A46A-46BB-B3E7-A2FE89B993AA}" type="datetimeFigureOut">
              <a:rPr lang="en-SG" smtClean="0"/>
              <a:t>25/5/2025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1F087-9CCE-40E4-B9D2-A211D56EA35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1981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C0E6E-A46A-46BB-B3E7-A2FE89B993AA}" type="datetimeFigureOut">
              <a:rPr lang="en-SG" smtClean="0"/>
              <a:t>25/5/2025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1F087-9CCE-40E4-B9D2-A211D56EA35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59760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1" y="95846"/>
            <a:ext cx="2135981" cy="152560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7" y="95846"/>
            <a:ext cx="6284119" cy="15256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C0E6E-A46A-46BB-B3E7-A2FE89B993AA}" type="datetimeFigureOut">
              <a:rPr lang="en-SG" smtClean="0"/>
              <a:t>25/5/2025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1F087-9CCE-40E4-B9D2-A211D56EA35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8957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95846"/>
            <a:ext cx="8543925" cy="347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479227"/>
            <a:ext cx="8543925" cy="1142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1668542"/>
            <a:ext cx="2228850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EC0E6E-A46A-46BB-B3E7-A2FE89B993AA}" type="datetimeFigureOut">
              <a:rPr lang="en-SG" smtClean="0"/>
              <a:t>25/5/2025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1668542"/>
            <a:ext cx="3343275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1668542"/>
            <a:ext cx="2228850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11F087-9CCE-40E4-B9D2-A211D56EA35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58664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40030" rtl="0" eaLnBrk="1" latinLnBrk="0" hangingPunct="1">
        <a:lnSpc>
          <a:spcPct val="90000"/>
        </a:lnSpc>
        <a:spcBef>
          <a:spcPct val="0"/>
        </a:spcBef>
        <a:buNone/>
        <a:defRPr sz="11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008" indent="-60008" algn="l" defTabSz="24003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735" kern="1200">
          <a:solidFill>
            <a:schemeClr val="tx1"/>
          </a:solidFill>
          <a:latin typeface="+mn-lt"/>
          <a:ea typeface="+mn-ea"/>
          <a:cs typeface="+mn-cs"/>
        </a:defRPr>
      </a:lvl1pPr>
      <a:lvl2pPr marL="18002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2pPr>
      <a:lvl3pPr marL="30003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525" kern="1200">
          <a:solidFill>
            <a:schemeClr val="tx1"/>
          </a:solidFill>
          <a:latin typeface="+mn-lt"/>
          <a:ea typeface="+mn-ea"/>
          <a:cs typeface="+mn-cs"/>
        </a:defRPr>
      </a:lvl3pPr>
      <a:lvl4pPr marL="42005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54006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6008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8009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90011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102012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1pPr>
      <a:lvl2pPr marL="12001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3pPr>
      <a:lvl4pPr marL="36004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48006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0007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2009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84010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96012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8EB865-3CAE-B5AC-1B2A-24112FC9076F}"/>
              </a:ext>
            </a:extLst>
          </p:cNvPr>
          <p:cNvSpPr txBox="1"/>
          <p:nvPr/>
        </p:nvSpPr>
        <p:spPr>
          <a:xfrm>
            <a:off x="0" y="668519"/>
            <a:ext cx="9906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4000" b="1" dirty="0">
                <a:latin typeface="Comic Sans MS" panose="030F0702030302020204" pitchFamily="66" charset="0"/>
              </a:rPr>
              <a:t>grey{iM_blu3_da_b4-dEe_daba-dii1!}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0F9D43-27C5-F62A-91A6-21FF7B28EC04}"/>
              </a:ext>
            </a:extLst>
          </p:cNvPr>
          <p:cNvSpPr txBox="1"/>
          <p:nvPr/>
        </p:nvSpPr>
        <p:spPr>
          <a:xfrm>
            <a:off x="0" y="359653"/>
            <a:ext cx="9906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4000" b="1" dirty="0">
                <a:latin typeface="Comic Sans MS" panose="030F0702030302020204" pitchFamily="66" charset="0"/>
              </a:rPr>
              <a:t>grey{iM_blu3_da_b4-dEe_daba-dii1!}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98A378A-E872-9124-7D5D-908156637E2D}"/>
              </a:ext>
            </a:extLst>
          </p:cNvPr>
          <p:cNvCxnSpPr>
            <a:cxnSpLocks/>
          </p:cNvCxnSpPr>
          <p:nvPr/>
        </p:nvCxnSpPr>
        <p:spPr>
          <a:xfrm>
            <a:off x="1538596" y="1255690"/>
            <a:ext cx="0" cy="676141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A33F21-D782-12DB-2663-93EAAEEFD35D}"/>
              </a:ext>
            </a:extLst>
          </p:cNvPr>
          <p:cNvCxnSpPr>
            <a:cxnSpLocks/>
          </p:cNvCxnSpPr>
          <p:nvPr/>
        </p:nvCxnSpPr>
        <p:spPr>
          <a:xfrm>
            <a:off x="4737278" y="1255690"/>
            <a:ext cx="0" cy="676141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4493FC7-D473-A027-066D-D73FA5AC65A7}"/>
              </a:ext>
            </a:extLst>
          </p:cNvPr>
          <p:cNvCxnSpPr>
            <a:cxnSpLocks/>
          </p:cNvCxnSpPr>
          <p:nvPr/>
        </p:nvCxnSpPr>
        <p:spPr>
          <a:xfrm>
            <a:off x="9113949" y="1111876"/>
            <a:ext cx="0" cy="819955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53B4B67-4575-6B29-B7DF-245DE12E0182}"/>
              </a:ext>
            </a:extLst>
          </p:cNvPr>
          <p:cNvCxnSpPr>
            <a:cxnSpLocks/>
          </p:cNvCxnSpPr>
          <p:nvPr/>
        </p:nvCxnSpPr>
        <p:spPr>
          <a:xfrm>
            <a:off x="656823" y="-68206"/>
            <a:ext cx="0" cy="1936636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EFAAD28-F4E1-CBB4-91D2-F1ED4446A6E2}"/>
              </a:ext>
            </a:extLst>
          </p:cNvPr>
          <p:cNvCxnSpPr>
            <a:cxnSpLocks/>
          </p:cNvCxnSpPr>
          <p:nvPr/>
        </p:nvCxnSpPr>
        <p:spPr>
          <a:xfrm>
            <a:off x="2577921" y="-68206"/>
            <a:ext cx="0" cy="1255691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EB9E6D1-9AE9-3E6A-BB74-2F943A140C08}"/>
              </a:ext>
            </a:extLst>
          </p:cNvPr>
          <p:cNvCxnSpPr>
            <a:cxnSpLocks/>
          </p:cNvCxnSpPr>
          <p:nvPr/>
        </p:nvCxnSpPr>
        <p:spPr>
          <a:xfrm>
            <a:off x="7511817" y="-68206"/>
            <a:ext cx="0" cy="620174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443C67A-C8B6-F189-6061-D565E0C6D4FF}"/>
              </a:ext>
            </a:extLst>
          </p:cNvPr>
          <p:cNvCxnSpPr>
            <a:cxnSpLocks/>
          </p:cNvCxnSpPr>
          <p:nvPr/>
        </p:nvCxnSpPr>
        <p:spPr>
          <a:xfrm>
            <a:off x="6015721" y="1111876"/>
            <a:ext cx="0" cy="819955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4995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</TotalTime>
  <Words>24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Comic Sans MS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Loh Junhao</dc:creator>
  <cp:lastModifiedBy>Jonathan Loh Junhao</cp:lastModifiedBy>
  <cp:revision>3</cp:revision>
  <dcterms:created xsi:type="dcterms:W3CDTF">2025-05-25T12:30:15Z</dcterms:created>
  <dcterms:modified xsi:type="dcterms:W3CDTF">2025-05-25T12:46:28Z</dcterms:modified>
</cp:coreProperties>
</file>